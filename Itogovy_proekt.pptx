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65" r:id="rId4"/>
    <p:sldId id="258" r:id="rId5"/>
    <p:sldId id="260" r:id="rId6"/>
    <p:sldId id="259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3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281-3A97-4CE7-8DF2-171A224B583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2DCE-F25D-4BDE-A67F-AEEB12AB4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37673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281-3A97-4CE7-8DF2-171A224B583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2DCE-F25D-4BDE-A67F-AEEB12AB4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502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281-3A97-4CE7-8DF2-171A224B583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2DCE-F25D-4BDE-A67F-AEEB12AB4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1542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281-3A97-4CE7-8DF2-171A224B583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2DCE-F25D-4BDE-A67F-AEEB12AB4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5538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281-3A97-4CE7-8DF2-171A224B583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2DCE-F25D-4BDE-A67F-AEEB12AB4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83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281-3A97-4CE7-8DF2-171A224B583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2DCE-F25D-4BDE-A67F-AEEB12AB4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734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281-3A97-4CE7-8DF2-171A224B583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2DCE-F25D-4BDE-A67F-AEEB12AB4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7431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281-3A97-4CE7-8DF2-171A224B583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2DCE-F25D-4BDE-A67F-AEEB12AB4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94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281-3A97-4CE7-8DF2-171A224B583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2DCE-F25D-4BDE-A67F-AEEB12AB4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068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281-3A97-4CE7-8DF2-171A224B583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2DCE-F25D-4BDE-A67F-AEEB12AB4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986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E30281-3A97-4CE7-8DF2-171A224B583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A2DCE-F25D-4BDE-A67F-AEEB12AB4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45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1486">
              <a:srgbClr val="47576E">
                <a:alpha val="94000"/>
              </a:srgbClr>
            </a:gs>
            <a:gs pos="64600">
              <a:srgbClr val="425168"/>
            </a:gs>
            <a:gs pos="0">
              <a:schemeClr val="bg2">
                <a:tint val="93000"/>
                <a:satMod val="150000"/>
                <a:shade val="98000"/>
                <a:lumMod val="102000"/>
                <a:alpha val="27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E30281-3A97-4CE7-8DF2-171A224B583E}" type="datetimeFigureOut">
              <a:rPr lang="ru-RU" smtClean="0"/>
              <a:t>24.05.2026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1A2DCE-F25D-4BDE-A67F-AEEB12AB42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3735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405812" y="297304"/>
            <a:ext cx="9144000" cy="2387600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Итоговый проект</a:t>
            </a:r>
            <a:b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«Сайт-визитка для музыкального коллектива»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54746"/>
          </a:xfrm>
        </p:spPr>
        <p:txBody>
          <a:bodyPr/>
          <a:lstStyle/>
          <a:p>
            <a:pPr algn="r"/>
            <a:r>
              <a:rPr lang="ru-RU" dirty="0" smtClean="0"/>
              <a:t> 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ru-RU" dirty="0" smtClean="0"/>
              <a:t>Красный Владислав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ru-RU" dirty="0"/>
              <a:t>Кудрявцев </a:t>
            </a:r>
            <a:r>
              <a:rPr lang="ru-RU" dirty="0" smtClean="0"/>
              <a:t>Игорь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ru-RU" dirty="0" smtClean="0"/>
              <a:t>Федоренко Степан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ru-RU" dirty="0"/>
              <a:t>Широв </a:t>
            </a:r>
            <a:r>
              <a:rPr lang="ru-RU" dirty="0" err="1" smtClean="0"/>
              <a:t>Азат</a:t>
            </a:r>
            <a:endParaRPr lang="ru-RU" dirty="0"/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ru-RU" dirty="0" smtClean="0"/>
              <a:t> 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473" y="2901820"/>
            <a:ext cx="6209486" cy="31334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133968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Состав команды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3200" u="sng" dirty="0" smtClean="0"/>
              <a:t>Заказчик, менеджер проекта – </a:t>
            </a:r>
            <a:r>
              <a:rPr lang="ru-RU" sz="3200" u="sng" dirty="0" err="1" smtClean="0"/>
              <a:t>Азат</a:t>
            </a:r>
            <a:r>
              <a:rPr lang="ru-RU" sz="3200" u="sng" dirty="0" smtClean="0"/>
              <a:t> Широв;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3200" u="sng" dirty="0" smtClean="0"/>
              <a:t>Технический писатель – Кудрявцев Игорь;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3200" u="sng" dirty="0" smtClean="0"/>
              <a:t>Дизайнер </a:t>
            </a:r>
            <a:r>
              <a:rPr lang="en-US" sz="3200" u="sng" dirty="0" smtClean="0"/>
              <a:t>UX, </a:t>
            </a:r>
            <a:r>
              <a:rPr lang="ru-RU" sz="3200" u="sng" dirty="0" smtClean="0"/>
              <a:t>дизайнер</a:t>
            </a:r>
            <a:r>
              <a:rPr lang="en-US" sz="3200" u="sng" dirty="0" smtClean="0"/>
              <a:t> UI – </a:t>
            </a:r>
            <a:r>
              <a:rPr lang="ru-RU" sz="3200" u="sng" dirty="0" smtClean="0"/>
              <a:t>Красный Владислав;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ru-RU" sz="3200" u="sng" dirty="0" smtClean="0"/>
              <a:t>Верстальщик, программист, </a:t>
            </a:r>
            <a:r>
              <a:rPr lang="ru-RU" sz="3200" u="sng" dirty="0" err="1" smtClean="0"/>
              <a:t>тестировщик</a:t>
            </a:r>
            <a:r>
              <a:rPr lang="ru-RU" sz="3200" u="sng" dirty="0" smtClean="0"/>
              <a:t>, администратор – Федоренко Степан.</a:t>
            </a:r>
          </a:p>
          <a:p>
            <a:pPr marL="514350" indent="-51435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7795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Этапы работы над проектом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Формирование требований заказчика к сайту;</a:t>
            </a:r>
          </a:p>
          <a:p>
            <a:r>
              <a:rPr lang="ru-RU" dirty="0" smtClean="0"/>
              <a:t>Определение концепции сайта;</a:t>
            </a:r>
          </a:p>
          <a:p>
            <a:r>
              <a:rPr lang="ru-RU" dirty="0" smtClean="0"/>
              <a:t>Написание ТЗ к будущему сайту;</a:t>
            </a:r>
          </a:p>
          <a:p>
            <a:r>
              <a:rPr lang="ru-RU" dirty="0" smtClean="0"/>
              <a:t>Моделирование сайта с помощью </a:t>
            </a:r>
            <a:r>
              <a:rPr lang="en-US" dirty="0" err="1" smtClean="0"/>
              <a:t>figma</a:t>
            </a:r>
            <a:r>
              <a:rPr lang="ru-RU" dirty="0" smtClean="0"/>
              <a:t>;</a:t>
            </a:r>
          </a:p>
          <a:p>
            <a:r>
              <a:rPr lang="ru-RU" dirty="0" smtClean="0"/>
              <a:t>Написание сайта без логики (</a:t>
            </a:r>
            <a:r>
              <a:rPr lang="en-US" dirty="0" smtClean="0"/>
              <a:t>HTML+CSS</a:t>
            </a:r>
            <a:r>
              <a:rPr lang="ru-RU" dirty="0" smtClean="0"/>
              <a:t>);</a:t>
            </a:r>
          </a:p>
          <a:p>
            <a:r>
              <a:rPr lang="ru-RU" dirty="0" smtClean="0"/>
              <a:t>Написание логики для сайта;</a:t>
            </a:r>
            <a:endParaRPr lang="en-US" dirty="0" smtClean="0"/>
          </a:p>
          <a:p>
            <a:r>
              <a:rPr lang="ru-RU" dirty="0" smtClean="0"/>
              <a:t>Тестирование сайта и размещение его в </a:t>
            </a:r>
            <a:r>
              <a:rPr lang="en-US" dirty="0" smtClean="0"/>
              <a:t>GitHub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4057205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830580" y="283845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Наполнение сайта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7178040" cy="4351338"/>
          </a:xfrm>
        </p:spPr>
        <p:txBody>
          <a:bodyPr/>
          <a:lstStyle/>
          <a:p>
            <a:r>
              <a:rPr lang="ru-RU" dirty="0" smtClean="0"/>
              <a:t>Сайт состоит из 5 страниц: Главная, Участники, Музыка, </a:t>
            </a:r>
            <a:r>
              <a:rPr lang="ru-RU" dirty="0" err="1" smtClean="0"/>
              <a:t>Мерч</a:t>
            </a:r>
            <a:r>
              <a:rPr lang="ru-RU" dirty="0" smtClean="0"/>
              <a:t> и Контакты.</a:t>
            </a:r>
          </a:p>
          <a:p>
            <a:r>
              <a:rPr lang="ru-RU" dirty="0" smtClean="0"/>
              <a:t>Дизайн сайта </a:t>
            </a:r>
            <a:r>
              <a:rPr lang="ru-RU" dirty="0" err="1" smtClean="0"/>
              <a:t>минималистичен</a:t>
            </a:r>
            <a:r>
              <a:rPr lang="ru-RU" dirty="0" smtClean="0"/>
              <a:t>, выполнен в тёмно-красных и чёрных тонах, что соответствует агрессивности соответствующего музыкального жанра. </a:t>
            </a:r>
          </a:p>
          <a:p>
            <a:r>
              <a:rPr lang="ru-RU" dirty="0" smtClean="0"/>
              <a:t>Сайт имеет </a:t>
            </a:r>
            <a:r>
              <a:rPr lang="ru-RU" dirty="0" err="1" smtClean="0"/>
              <a:t>десктопную</a:t>
            </a:r>
            <a:r>
              <a:rPr lang="ru-RU" dirty="0" smtClean="0"/>
              <a:t> и мобильную версии. 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6" b="15724"/>
          <a:stretch/>
        </p:blipFill>
        <p:spPr>
          <a:xfrm>
            <a:off x="8615680" y="498087"/>
            <a:ext cx="3261360" cy="589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236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Хедер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185545"/>
            <a:ext cx="10515600" cy="4351338"/>
          </a:xfrm>
        </p:spPr>
        <p:txBody>
          <a:bodyPr/>
          <a:lstStyle/>
          <a:p>
            <a:r>
              <a:rPr lang="ru-RU" dirty="0"/>
              <a:t>Хедер сайта вмещает строку поиска для навигации по сайту, логотип группы, название группы и его расшифровку и меню с выбором страниц сайта.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594497"/>
            <a:ext cx="10058400" cy="3673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485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7080" y="-227648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Страница «Главная»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680" y="1097915"/>
            <a:ext cx="10058400" cy="507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779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9480" y="0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Страница «Участники»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9480" y="1155065"/>
            <a:ext cx="10515600" cy="4351338"/>
          </a:xfrm>
        </p:spPr>
        <p:txBody>
          <a:bodyPr/>
          <a:lstStyle/>
          <a:p>
            <a:r>
              <a:rPr lang="ru-RU" dirty="0" smtClean="0"/>
              <a:t>На данной странице представлен список участников музыкального коллектива, их специализация, краткая характеристика и ссылки на страницы в ВК каждого из музыкантов.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0" y="3609365"/>
            <a:ext cx="12123660" cy="278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411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Страница «Музыка»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09600" y="1031107"/>
            <a:ext cx="10515600" cy="4351338"/>
          </a:xfrm>
        </p:spPr>
        <p:txBody>
          <a:bodyPr>
            <a:normAutofit/>
          </a:bodyPr>
          <a:lstStyle/>
          <a:p>
            <a:r>
              <a:rPr lang="ru-RU" sz="2600" dirty="0" smtClean="0"/>
              <a:t>На данной странице расположена дискография группы, состоящая из одного альбома.</a:t>
            </a:r>
          </a:p>
          <a:p>
            <a:r>
              <a:rPr lang="ru-RU" sz="2600" dirty="0" smtClean="0"/>
              <a:t>Список песен альбома оформлен в виде выпадающего списка.</a:t>
            </a:r>
          </a:p>
          <a:p>
            <a:r>
              <a:rPr lang="ru-RU" sz="2600" dirty="0" smtClean="0"/>
              <a:t>Ниже представлены ссылки на площадки, где в будущем будут публиковаться треки группы.</a:t>
            </a:r>
            <a:endParaRPr lang="ru-RU" sz="2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06776"/>
            <a:ext cx="10058400" cy="336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518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Страница «</a:t>
            </a:r>
            <a:r>
              <a:rPr lang="ru-RU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Мерч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»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На странице расположен список, анонсирующий будущий </a:t>
            </a:r>
            <a:r>
              <a:rPr lang="ru-RU" dirty="0" err="1" smtClean="0"/>
              <a:t>мерч</a:t>
            </a:r>
            <a:r>
              <a:rPr lang="ru-RU" dirty="0" smtClean="0"/>
              <a:t> группы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53" y="3220468"/>
            <a:ext cx="11980987" cy="248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329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Страница «Контакты»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Страница содержит ссылки на официальную почту коллектива, ВК и номер телефона для связи по вопросам выступлений, интервью и сотрудничества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32" y="3425884"/>
            <a:ext cx="11938848" cy="2517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44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ctrTitle"/>
          </p:nvPr>
        </p:nvSpPr>
        <p:spPr>
          <a:xfrm>
            <a:off x="1550040" y="339715"/>
            <a:ext cx="9144000" cy="1097608"/>
          </a:xfrm>
        </p:spPr>
        <p:txBody>
          <a:bodyPr/>
          <a:lstStyle/>
          <a:p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Спасибо за внимание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00" t="3280" r="29000" b="77822"/>
          <a:stretch/>
        </p:blipFill>
        <p:spPr>
          <a:xfrm>
            <a:off x="3773800" y="1640523"/>
            <a:ext cx="4644400" cy="4644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354962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/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Углубление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198</TotalTime>
  <Words>274</Words>
  <Application>Microsoft Office PowerPoint</Application>
  <PresentationFormat>Широкоэкранный</PresentationFormat>
  <Paragraphs>38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Итоговый проект «Сайт-визитка для музыкального коллектива»</vt:lpstr>
      <vt:lpstr>Состав команды</vt:lpstr>
      <vt:lpstr>Этапы работы над проектом</vt:lpstr>
      <vt:lpstr>Наполнение сайта</vt:lpstr>
      <vt:lpstr>Хедер</vt:lpstr>
      <vt:lpstr>Страница «Главная»</vt:lpstr>
      <vt:lpstr>Страница «Участники»</vt:lpstr>
      <vt:lpstr>Страница «Музыка»</vt:lpstr>
      <vt:lpstr>Страница «Мерч»</vt:lpstr>
      <vt:lpstr>Страница «Контакты»</vt:lpstr>
      <vt:lpstr>Спасибо за внимание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Кудрявцев Игорь Алексеевич</dc:creator>
  <cp:lastModifiedBy>Кудрявцев Игорь Алексеевич</cp:lastModifiedBy>
  <cp:revision>12</cp:revision>
  <dcterms:created xsi:type="dcterms:W3CDTF">2026-05-24T12:20:03Z</dcterms:created>
  <dcterms:modified xsi:type="dcterms:W3CDTF">2026-05-24T15:38:17Z</dcterms:modified>
</cp:coreProperties>
</file>